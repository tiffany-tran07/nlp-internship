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36aae1336c482a" /><Relationship Type="http://schemas.openxmlformats.org/officeDocument/2006/relationships/extended-properties" Target="/docProps/app.xml" Id="R70693e810f73416b" /><Relationship Type="http://schemas.openxmlformats.org/officeDocument/2006/relationships/officeDocument" Target="/ppt/presentation.xml" Id="R452ac44c5f3b4c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a78cc5338441e5"/>
  </p:sldMasterIdLst>
  <p:notesMasterIdLst>
    <p:notesMasterId xmlns:r="http://schemas.openxmlformats.org/officeDocument/2006/relationships" r:id="R140b043645324cc5"/>
  </p:notesMasterIdLst>
  <p:sldIdLst>
    <p:sldId xmlns:r="http://schemas.openxmlformats.org/officeDocument/2006/relationships" id="256" r:id="Rbadc7ed057f140f9"/>
    <p:sldId xmlns:r="http://schemas.openxmlformats.org/officeDocument/2006/relationships" id="257" r:id="R120ba7b4d5ed413a"/>
    <p:sldId xmlns:r="http://schemas.openxmlformats.org/officeDocument/2006/relationships" id="258" r:id="Reee53396553f4283"/>
    <p:sldId xmlns:r="http://schemas.openxmlformats.org/officeDocument/2006/relationships" id="259" r:id="R3572a688022346c7"/>
    <p:sldId xmlns:r="http://schemas.openxmlformats.org/officeDocument/2006/relationships" id="260" r:id="Ra8c1196489dc4b2e"/>
    <p:sldId xmlns:r="http://schemas.openxmlformats.org/officeDocument/2006/relationships" id="261" r:id="Rfa55140e87ba4c19"/>
    <p:sldId xmlns:r="http://schemas.openxmlformats.org/officeDocument/2006/relationships" id="262" r:id="R754b8451313843f1"/>
    <p:sldId xmlns:r="http://schemas.openxmlformats.org/officeDocument/2006/relationships" id="263" r:id="R58b5e3cce7f24c25"/>
    <p:sldId xmlns:r="http://schemas.openxmlformats.org/officeDocument/2006/relationships" id="264" r:id="R3eeddddf888846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62249a52474124" /><Relationship Type="http://schemas.openxmlformats.org/officeDocument/2006/relationships/slideMaster" Target="/ppt/slideMasters/slideMaster1.xml" Id="Rf5a78cc5338441e5" /><Relationship Type="http://schemas.openxmlformats.org/officeDocument/2006/relationships/notesMaster" Target="/ppt/notesMasters/notesMaster1.xml" Id="R140b043645324cc5" /><Relationship Type="http://schemas.openxmlformats.org/officeDocument/2006/relationships/presProps" Target="/ppt/presProps.xml" Id="Raf62524db1cf492f" /><Relationship Type="http://schemas.openxmlformats.org/officeDocument/2006/relationships/tableStyles" Target="/ppt/tableStyles.xml" Id="R56af1b2f568548d5" /><Relationship Type="http://schemas.openxmlformats.org/officeDocument/2006/relationships/slide" Target="/ppt/slides/slide1.xml" Id="Rbadc7ed057f140f9" /><Relationship Type="http://schemas.openxmlformats.org/officeDocument/2006/relationships/slide" Target="/ppt/slides/slide2.xml" Id="R120ba7b4d5ed413a" /><Relationship Type="http://schemas.openxmlformats.org/officeDocument/2006/relationships/slide" Target="/ppt/slides/slide3.xml" Id="Reee53396553f4283" /><Relationship Type="http://schemas.openxmlformats.org/officeDocument/2006/relationships/slide" Target="/ppt/slides/slide4.xml" Id="R3572a688022346c7" /><Relationship Type="http://schemas.openxmlformats.org/officeDocument/2006/relationships/slide" Target="/ppt/slides/slide5.xml" Id="Ra8c1196489dc4b2e" /><Relationship Type="http://schemas.openxmlformats.org/officeDocument/2006/relationships/slide" Target="/ppt/slides/slide6.xml" Id="Rfa55140e87ba4c19" /><Relationship Type="http://schemas.openxmlformats.org/officeDocument/2006/relationships/slide" Target="/ppt/slides/slide7.xml" Id="R754b8451313843f1" /><Relationship Type="http://schemas.openxmlformats.org/officeDocument/2006/relationships/slide" Target="/ppt/slides/slide8.xml" Id="R58b5e3cce7f24c25" /><Relationship Type="http://schemas.openxmlformats.org/officeDocument/2006/relationships/slide" Target="/ppt/slides/slide9.xml" Id="R3eeddddf888846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36748e885747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8317c51f4d4b71" /><Relationship Type="http://schemas.openxmlformats.org/officeDocument/2006/relationships/notesMaster" Target="/ppt/notesMasters/notesMaster1.xml" Id="R1856c9166d1e43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8ab9f34de14ed8" /><Relationship Type="http://schemas.openxmlformats.org/officeDocument/2006/relationships/notesMaster" Target="/ppt/notesMasters/notesMaster1.xml" Id="R8ec06048beab4b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2e982debf9432c" /><Relationship Type="http://schemas.openxmlformats.org/officeDocument/2006/relationships/notesMaster" Target="/ppt/notesMasters/notesMaster1.xml" Id="R291d9206ca854b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f14e4bdd3a4a53" /><Relationship Type="http://schemas.openxmlformats.org/officeDocument/2006/relationships/notesMaster" Target="/ppt/notesMasters/notesMaster1.xml" Id="R1f2ece5496c94a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c058ff2a7847a9" /><Relationship Type="http://schemas.openxmlformats.org/officeDocument/2006/relationships/notesMaster" Target="/ppt/notesMasters/notesMaster1.xml" Id="R80746ed31dab4a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268269c1f14932" /><Relationship Type="http://schemas.openxmlformats.org/officeDocument/2006/relationships/notesMaster" Target="/ppt/notesMasters/notesMaster1.xml" Id="R6939d9b33b7c4c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ace120ae4643a9" /><Relationship Type="http://schemas.openxmlformats.org/officeDocument/2006/relationships/notesMaster" Target="/ppt/notesMasters/notesMaster1.xml" Id="R187a302ce1244f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12269ec53e46f3" /><Relationship Type="http://schemas.openxmlformats.org/officeDocument/2006/relationships/notesMaster" Target="/ppt/notesMasters/notesMaster1.xml" Id="Rff42882aed2746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0d392684284b0e" /><Relationship Type="http://schemas.openxmlformats.org/officeDocument/2006/relationships/notesMaster" Target="/ppt/notesMasters/notesMaster1.xml" Id="R5500821430b34a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scripts/main.py; scripts/frontend/search.py; scripts/query_parser.py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scripts/*.py; scripts/main.py route definitions; verified database load on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 NLPServices, lifespan, middleware, and routes; scripts/frontend/search.py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scripts/main.py; scripts/query_parser.py; scripts/entity_extractor.py; scripts/listing_summarizer.py; scripts/compliance_checker.py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scripts/main.py; observed API smoke-test response on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 route decorators and Pydantic 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 TTLCache, SlidingWindowRateLimiter, cached_compute, middleware, and /ready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Dockerfile; .dockerignore; requirements.txt; scripts/main.py database settings and loader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scripts/frontend/search.py; scripts/semantic_searcher.py; scripts/main.py; tests/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4def189a448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aea22cab8f4b6c" /><Relationship Type="http://schemas.openxmlformats.org/officeDocument/2006/relationships/slideLayout" Target="/ppt/slideLayouts/slideLayout1.xml" Id="R6a6e92fe6aa24a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6e92fe6aa24a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141bd4c934340" /><Relationship Type="http://schemas.openxmlformats.org/officeDocument/2006/relationships/notesSlide" Target="/ppt/notesSlides/notesSlide1.xml" Id="Re5f9caf8fda34d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98eec043940a3" /><Relationship Type="http://schemas.openxmlformats.org/officeDocument/2006/relationships/notesSlide" Target="/ppt/notesSlides/notesSlide2.xml" Id="R7377867b201748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92a3ee4fb445e" /><Relationship Type="http://schemas.openxmlformats.org/officeDocument/2006/relationships/notesSlide" Target="/ppt/notesSlides/notesSlide3.xml" Id="Raa25bb4115134d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4e8b00c6f4b4a" /><Relationship Type="http://schemas.openxmlformats.org/officeDocument/2006/relationships/notesSlide" Target="/ppt/notesSlides/notesSlide4.xml" Id="Rc9ec3e2844e047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076d3be2c4768" /><Relationship Type="http://schemas.openxmlformats.org/officeDocument/2006/relationships/notesSlide" Target="/ppt/notesSlides/notesSlide5.xml" Id="Rfd3aa421fec245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af6d513be40ef" /><Relationship Type="http://schemas.openxmlformats.org/officeDocument/2006/relationships/notesSlide" Target="/ppt/notesSlides/notesSlide6.xml" Id="R602de449eb084a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218f6a4434b07" /><Relationship Type="http://schemas.openxmlformats.org/officeDocument/2006/relationships/notesSlide" Target="/ppt/notesSlides/notesSlide7.xml" Id="R12fd38a74ca740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5ea93e3b444a5" /><Relationship Type="http://schemas.openxmlformats.org/officeDocument/2006/relationships/notesSlide" Target="/ppt/notesSlides/notesSlide8.xml" Id="R82413f3268284b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b5d633f2141b6" /><Relationship Type="http://schemas.openxmlformats.org/officeDocument/2006/relationships/notesSlide" Target="/ppt/notesSlides/notesSlide9.xml" Id="R62ca6466f01b4f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509EF-92EC-4EE7-8D10-3708A796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defRPr>
            </a:pPr>
            <a:r>
              <a: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43434-3054-4C0E-8BD2-D898C7FE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76C84-F28A-4E7A-9D1F-6EDD195A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Real Estate NLP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FD8F9-4799-43BC-A4D7-F255A248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Project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9B8D6-7D32-4CAB-861F-31A9BC6A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695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Natural-language property search backed by MySQL and exposed through a production FastAPI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A03F8-B012-4581-8E4F-686281CC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rPr>
              <a:t>NLP Internship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31080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4F632-F556-4023-8720-5AA1332F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58DC6-950C-4A26-B7F9-3710E896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9778E-EE18-4557-A387-18487472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0261C-16A3-4BA1-A156-895B391C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project turns free-form real estate language into searchable, structured, and reviewable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65DA8-51E6-4C59-B65A-5749173C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5B98E-4F47-4B87-8F41-DE3FFD24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FF16A-CD31-4A05-839E-73CDC062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core NLP capabilities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F49D6-23DB-4194-AB80-B3E31C1D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95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FE117-F2D8-4061-A387-A257164E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543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2688E-8622-4ACC-80FC-B6F8B76B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33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application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04B53-6427-44AE-A43E-7359AF77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52,742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6B83D-78E4-4F7D-B572-79575449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0856D-2FBA-4A13-8CE1-ED6D82D2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listings loaded in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D59A6-71B8-4BAA-942A-2FA456F0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Built as a complete path from data preparation and taxonomy work to an API, database integration, and a Streamlit search interface.</a:t>
            </a:r>
          </a:p>
        </p:txBody>
      </p:sp>
    </p:spTree>
    <p:extLst>
      <p:ext uri="{BB962C8B-B14F-4D97-AF65-F5344CB8AC3E}">
        <p14:creationId xmlns:p14="http://schemas.microsoft.com/office/powerpoint/2010/main" val="1048073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2A921-6EAB-4414-830F-F7231158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5B320-CB73-46E9-9FF9-E81DFF35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6372A-B2DA-4AC8-8149-289C79D2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ED6BE-ACEB-472A-A87F-83CEB7A3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143125" cy="2952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AA2A3-3749-444A-B338-8A721878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User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01342-69E9-4A6C-B9F5-508B6710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6C25A-17D9-4181-801B-6D19AB33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2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Streamlit search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OpenAPI docs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D1BF9-5A87-48F0-B5A3-63481FC4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8BBA6-5210-4C71-8DEA-1FBD7175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2362200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B05E3-071A-4714-BBDB-DCCDD544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FastAPI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FC2D8-F7E5-4D1C-88DC-28605A9F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D9237-F6BA-4471-959C-DF346246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0375"/>
            <a:ext cx="1943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Validation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Routing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Middleware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F62B3-8FC7-4681-8F75-4BA8C680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CA5C9-51C8-4CB7-8C7E-AD255FFC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24050"/>
            <a:ext cx="266700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7BAC7-237C-422E-AFFC-6B5ED426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526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NLP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F61DB-F546-49F6-982C-DD6754A3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B57A0-BD60-4E43-A9F7-3AEC15F6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00375"/>
            <a:ext cx="2247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Parse  |  Extract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 |  Summarize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E5014-36FE-4D1F-8649-F1E56F2D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824E6-BDE2-41AE-B16D-91423F9F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514600" cy="2952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C5D35-9EB9-46EB-925F-3D5DED6C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F17DB-1127-46A1-B7C3-F2B4E3A0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98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6FAA44-520A-497A-AC4F-C7456712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MySQL listings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TTL response 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95F8A-03C3-4076-8C17-F29798E4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Database loading runs during API startup. The NLP layer stays available with conservative fallbacks when optional taxonomy resources are absent.</a:t>
            </a:r>
          </a:p>
        </p:txBody>
      </p:sp>
    </p:spTree>
    <p:extLst>
      <p:ext uri="{BB962C8B-B14F-4D97-AF65-F5344CB8AC3E}">
        <p14:creationId xmlns:p14="http://schemas.microsoft.com/office/powerpoint/2010/main" val="1937775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00C3F-CCB8-46FC-BA66-AAF01E14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NLP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4904F-1166-4F52-9FF8-14B4FE51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53D02-42D4-4BFF-A2F1-1FA10582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6B978-B0C6-454E-99B9-261A924F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D8DC3-9081-4E48-908C-EEB3EEF2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38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CA196-449F-4318-A5AF-45EC440A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23825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Ranks listing remarks by token similarity, then applies numeric and city filters.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2507F-803A-4EDE-9C36-8C7E1B7F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0BC00-7CE6-4D5D-923D-A46A3F56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0CCD2-1D74-4F3C-BD21-7A05B3B2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193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Query parsing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ACAEE-D383-49CA-A187-27D88886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19325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Extracts price ranges, bedrooms, bathrooms, cities, amenities, and exclusions.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FB0DE-F6CC-4253-85EA-2A55D7C7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A8413-5FA4-4307-B16E-0C2F687E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44791-DA00-4CD9-A071-3E52B8BD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Entity extraction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6682B-0F9F-499C-8259-7C7A5503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004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Identifies structured facts such as price, square footage, room counts, and taxonomy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18FFD-F86B-47E5-BC13-47568C97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3A160-266D-4CFD-B089-9CA9E276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9E847-DBFE-415C-8C7E-764AE967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Summarization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0BBA2-21AB-4DA1-B352-639D69CB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81475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Selects the most informative listing sentences using entity and position signals.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A6808A-F2A4-4519-BAD7-8BE5F339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863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CBBA3-82AD-4370-9E78-508827E4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39C1D-CB2F-4846-90E6-F37D4E40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Compliance checking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6DDA8-E29B-41EE-A0A4-A086FFEF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6255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Flags fair-housing risks in listing language and user search requests.</a:t>
            </a:r>
          </a:p>
        </p:txBody>
      </p:sp>
    </p:spTree>
    <p:extLst>
      <p:ext uri="{BB962C8B-B14F-4D97-AF65-F5344CB8AC3E}">
        <p14:creationId xmlns:p14="http://schemas.microsoft.com/office/powerpoint/2010/main" val="681279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D946B-B211-489B-9196-28E71C83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verified query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67108-46F0-4486-8A99-6D577C00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3C852-5E9A-491C-B7B8-0B075F3A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A6925-7000-4EC1-A658-8768405B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“3 bed 2 bath under 700k in Irvine”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1ACC7-463A-4018-9880-D08C437A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90BAA-87EC-45D4-AD0E-76CCC269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743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PARSED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F0DC8-6F62-476D-957E-CFBBCFE9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705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price ≤ $700,000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 bedrooms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 bathrooms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city = Irvine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0F0A3-5C91-48D8-8A9D-D3153649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76600"/>
            <a:ext cx="36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4050" b="0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E48A1-4AEF-49C5-A01F-AD5B0947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74A5B"/>
          </a:solidFill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FD1AF-BA0D-4108-B31A-26639D44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05100"/>
            <a:ext cx="2743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SEARCHED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1366D-44D5-42B9-8343-15AC502A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19450"/>
            <a:ext cx="2705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52,742 database listings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metadata filters first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text relevance second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48DBF-62CC-4EFC-94FD-4C139573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36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4050" b="0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52F1A-83CF-4361-9262-D77930E9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6B4B22"/>
          </a:solidFill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3C887-B9D2-4BC0-8039-537A0A7C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05100"/>
            <a:ext cx="2743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RETURNED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11EDD-5F6E-44DD-B7F6-105307C0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705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 matching listing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Irvine, CA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$610,000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98CBF-59E1-446A-B11F-8A0870B1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Verification used the Dockerized API connected to the local idx_exchange database.</a:t>
            </a:r>
          </a:p>
        </p:txBody>
      </p:sp>
    </p:spTree>
    <p:extLst>
      <p:ext uri="{BB962C8B-B14F-4D97-AF65-F5344CB8AC3E}">
        <p14:creationId xmlns:p14="http://schemas.microsoft.com/office/powerpoint/2010/main" val="17791919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23AB7-189F-4658-9A21-0239C0E3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REST API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8DBC2-7A86-4445-B54E-6DBDB0E9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040D3-A8EA-461C-B706-32484AFF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8CE5B-161A-4A2F-85E0-F88503BB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ABE35-1826-40D5-B639-EDE50BB0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12E77-6F10-42AE-A2B0-A08A371C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/search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/parse-query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/extract-entities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/summarize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/check-compliance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296B8-5CC5-449A-B53E-B8ACE306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90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Search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05862-E103-466C-AACA-2B50B5F2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431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13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1DAD0-92AB-4A83-904D-87D5B818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PUT   /documents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/documents/reload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MySQL autoload at startup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Database status in /ready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D6817-6F0B-499D-A508-950C7CBE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90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736F4-0E46-4AB1-9329-1A576405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7B663-3FEA-4817-8881-78A3154A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GET   /health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GET   /ready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GET   /cache/stats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DELETE /cache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GET   /openapi.json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1C80A-DB57-482C-9CF6-EE8453A2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EC12D-262E-49CD-B4A6-DB13F94F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30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Pydantic validates every request. FastAPI generates interactive documentation at /docs and /redoc.</a:t>
            </a:r>
          </a:p>
        </p:txBody>
      </p:sp>
    </p:spTree>
    <p:extLst>
      <p:ext uri="{BB962C8B-B14F-4D97-AF65-F5344CB8AC3E}">
        <p14:creationId xmlns:p14="http://schemas.microsoft.com/office/powerpoint/2010/main" val="425662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3974A-2F3E-414F-98BE-43B29EED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0E63A-7C5E-4293-892B-175ACB08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797F3-048B-49F2-8E57-64A76266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E4F45-9B99-44B9-BD9A-FB3B9660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10 requests / second / 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E6F27-D2D0-414D-9424-AC696931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Sliding-window rate limiting returns HTTP 429 with Retry-After and remaining-limit headers.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D7CCD-ECD7-429D-A23F-CA587316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3C877-C821-4957-AA93-28369F0B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Bounded TTL cache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649EE-E767-4464-ABC1-E286E824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41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Cached NLP responses include HIT or MISS headers. Corpus reloads invalidate stale search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E8436-A6C0-4D19-A422-94EB4EC4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Structured logs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439FA-81DB-4130-AA8D-56AA4E2C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JSON request events include method, path, status, duration, client IP, and request ID.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DF516-7774-4DE0-A8AA-B3C4E29A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Responsive concurrency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8AEE3-020B-4072-9544-6AFB27D0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71950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Synchronous NLP work runs in a thread pool instead of blocking FastAPI's event loop.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139D4-B1F8-4F10-B69B-2D215157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Graceful diagnostics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8FAE6-63D2-47AC-99E2-AB32F485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Readiness reports database failures while health checks keep the process observable.</a:t>
            </a:r>
          </a:p>
        </p:txBody>
      </p:sp>
    </p:spTree>
    <p:extLst>
      <p:ext uri="{BB962C8B-B14F-4D97-AF65-F5344CB8AC3E}">
        <p14:creationId xmlns:p14="http://schemas.microsoft.com/office/powerpoint/2010/main" val="18710748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C5EA0-8045-4761-B5E3-DF0CF175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 and container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EB9BC-3B46-4F3A-B40C-6A882500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C012D-EE78-4876-B5CC-F1D9C085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67FA3-7D78-42F8-AFE0-2B34BAC6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CE9D6-A05E-461E-9B4A-B2B7A323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2FCDB-39C9-4AEE-B62E-FE11F125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rets_property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1A7D4-8070-4B42-BEA8-EC550945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52600"/>
            <a:ext cx="400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89A4C-2D02-4DF1-AAFE-540F70C9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524000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74DBD-0056-4D00-B0C6-1BB95B9E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6859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Startup loader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368A3-C30F-4235-B50C-B128690E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240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validated 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88896-FF0A-4780-9C3D-8A1C4D54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52600"/>
            <a:ext cx="400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803BA-6FA9-4396-A1E4-C25152BE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B00C1-3EE3-4513-B7DF-F18CD3C6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859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15F7C-4A75-4396-BC38-6D418C08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search corpus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135A2-3F50-4D86-BFE4-4B11C77B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400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97A46-CBC4-431D-A317-038E8D33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524000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ED972-5806-44AE-9B35-82162AAF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6859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Docker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65856-7F77-4564-A258-2EE4CF95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1240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port 8000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6EB8A-C8A1-4879-87FB-CF1AA703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Runtime configuration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D6AFE-B3D5-4537-AD70-5A551054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2095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DB_HOST</a:t>
            </a:r>
          </a:p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DB_PORT</a:t>
            </a:r>
          </a:p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DB_USER</a:t>
            </a:r>
          </a:p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DB_PASSWORD</a:t>
            </a:r>
          </a:p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DB_NAME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A1190-8FB3-4FEC-8E63-0AF74ED7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Credentials stay outside source control. Docker reaches a host database through host.docker.internal.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03447-C3E6-48D7-8317-9840E272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Container safeguards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193B47-FD65-4B84-8FDA-4D9576D8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Non-root UID 10001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Built-in health check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Pinned application dependencies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Optimized build context</a:t>
            </a:r>
          </a:p>
        </p:txBody>
      </p:sp>
    </p:spTree>
    <p:extLst>
      <p:ext uri="{BB962C8B-B14F-4D97-AF65-F5344CB8AC3E}">
        <p14:creationId xmlns:p14="http://schemas.microsoft.com/office/powerpoint/2010/main" val="1005420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3A058-89B8-417D-895D-27B5F317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Current experience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E17DC-1FDA-4615-93F5-BA20E527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8093D-133F-4429-9DDF-18964D9F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F2F22-3E21-44E9-A128-77AFF8E1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Streamlit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78C87-6D2D-4857-A22B-B7B1B47A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Natural-language query form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API readiness and database status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Parsed filter inspection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Listing metadata and relevance scores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Clear timeout and rate-limit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82B68-34AD-47E3-96AF-9E63DA3C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66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08CD5-76BE-4152-A33F-CCD817D4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335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Recommended next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E755D-1FA1-4F07-9490-3DEF3E9A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3CEDE-1355-4056-89B9-C67FEED8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Move cache and rate-limit state to Redis before adding multiple API workers.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29B7E-C3EF-41AA-9BCA-6189ACB3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31165-C158-4A96-B4B1-E3F907B2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Connect the existing FAISS semantic searcher to the database-loaded corpus.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45E88-F836-4F1C-8CDF-3F20371D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178CF-BF3C-410A-AF2D-B3E195F6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Add authenticated operations endpoints and scheduled database refreshes.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73F2D-12EC-48EB-B928-681E5F8F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325A4-5973-4C8B-8C44-ABB1A068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Expand integration tests around database failures and result quality.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C60D2-71D4-433C-844C-ACE3531C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245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The project now supports an end-to-end demonstration: database to NLP API to interactive search.</a:t>
            </a:r>
          </a:p>
        </p:txBody>
      </p:sp>
    </p:spTree>
    <p:extLst>
      <p:ext uri="{BB962C8B-B14F-4D97-AF65-F5344CB8AC3E}">
        <p14:creationId xmlns:p14="http://schemas.microsoft.com/office/powerpoint/2010/main" val="519907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2026-09-09T22:47:28.8860000Z</dcterms:created>
  <dcterms:modified xsi:type="dcterms:W3CDTF">2026-09-09T22:47:28.8860000Z</dcterms:modified>
</coreProperties>
</file>