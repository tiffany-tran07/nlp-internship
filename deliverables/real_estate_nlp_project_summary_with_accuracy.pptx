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0d222dee3d4a03" /><Relationship Type="http://schemas.openxmlformats.org/officeDocument/2006/relationships/extended-properties" Target="/docProps/app.xml" Id="R5f16fd84674345a4" /><Relationship Type="http://schemas.openxmlformats.org/officeDocument/2006/relationships/officeDocument" Target="/ppt/presentation.xml" Id="Rbebcb09564d547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9f5f6e450d4f76"/>
  </p:sldMasterIdLst>
  <p:notesMasterIdLst>
    <p:notesMasterId xmlns:r="http://schemas.openxmlformats.org/officeDocument/2006/relationships" r:id="Rc6da49cbdbde472b"/>
  </p:notesMasterIdLst>
  <p:sldIdLst>
    <p:sldId xmlns:r="http://schemas.openxmlformats.org/officeDocument/2006/relationships" id="256" r:id="Rd59d768c35844f5d"/>
    <p:sldId xmlns:r="http://schemas.openxmlformats.org/officeDocument/2006/relationships" id="257" r:id="Rbda8cc11a5fb4e40"/>
    <p:sldId xmlns:r="http://schemas.openxmlformats.org/officeDocument/2006/relationships" id="258" r:id="R2ced1d39df9846a4"/>
    <p:sldId xmlns:r="http://schemas.openxmlformats.org/officeDocument/2006/relationships" id="259" r:id="R98bd9cef74bf4401"/>
    <p:sldId xmlns:r="http://schemas.openxmlformats.org/officeDocument/2006/relationships" id="260" r:id="R2072e44bb18b49e3"/>
    <p:sldId xmlns:r="http://schemas.openxmlformats.org/officeDocument/2006/relationships" id="261" r:id="R30935ded93114b63"/>
    <p:sldId xmlns:r="http://schemas.openxmlformats.org/officeDocument/2006/relationships" id="262" r:id="R90ef26bf8698499c"/>
    <p:sldId xmlns:r="http://schemas.openxmlformats.org/officeDocument/2006/relationships" id="263" r:id="R3e50145fe5e84b1d"/>
    <p:sldId xmlns:r="http://schemas.openxmlformats.org/officeDocument/2006/relationships" id="264" r:id="R348fa00bfa2843a1"/>
    <p:sldId xmlns:r="http://schemas.openxmlformats.org/officeDocument/2006/relationships" id="265" r:id="R64dc51a3595549fd"/>
    <p:sldId xmlns:r="http://schemas.openxmlformats.org/officeDocument/2006/relationships" id="266" r:id="Rc9a14f1a459747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bb8dcf3a084c08" /><Relationship Type="http://schemas.openxmlformats.org/officeDocument/2006/relationships/slideMaster" Target="/ppt/slideMasters/slideMaster1.xml" Id="R7c9f5f6e450d4f76" /><Relationship Type="http://schemas.openxmlformats.org/officeDocument/2006/relationships/notesMaster" Target="/ppt/notesMasters/notesMaster1.xml" Id="Rc6da49cbdbde472b" /><Relationship Type="http://schemas.openxmlformats.org/officeDocument/2006/relationships/presProps" Target="/ppt/presProps.xml" Id="Rdec1e854ef524b75" /><Relationship Type="http://schemas.openxmlformats.org/officeDocument/2006/relationships/tableStyles" Target="/ppt/tableStyles.xml" Id="R406cfaa8f63740af" /><Relationship Type="http://schemas.openxmlformats.org/officeDocument/2006/relationships/slide" Target="/ppt/slides/slide1.xml" Id="Rd59d768c35844f5d" /><Relationship Type="http://schemas.openxmlformats.org/officeDocument/2006/relationships/slide" Target="/ppt/slides/slide2.xml" Id="Rbda8cc11a5fb4e40" /><Relationship Type="http://schemas.openxmlformats.org/officeDocument/2006/relationships/slide" Target="/ppt/slides/slide3.xml" Id="R2ced1d39df9846a4" /><Relationship Type="http://schemas.openxmlformats.org/officeDocument/2006/relationships/slide" Target="/ppt/slides/slide4.xml" Id="R98bd9cef74bf4401" /><Relationship Type="http://schemas.openxmlformats.org/officeDocument/2006/relationships/slide" Target="/ppt/slides/slide5.xml" Id="R2072e44bb18b49e3" /><Relationship Type="http://schemas.openxmlformats.org/officeDocument/2006/relationships/slide" Target="/ppt/slides/slide6.xml" Id="R30935ded93114b63" /><Relationship Type="http://schemas.openxmlformats.org/officeDocument/2006/relationships/slide" Target="/ppt/slides/slide7.xml" Id="R90ef26bf8698499c" /><Relationship Type="http://schemas.openxmlformats.org/officeDocument/2006/relationships/slide" Target="/ppt/slides/slide8.xml" Id="R3e50145fe5e84b1d" /><Relationship Type="http://schemas.openxmlformats.org/officeDocument/2006/relationships/slide" Target="/ppt/slides/slide9.xml" Id="R348fa00bfa2843a1" /><Relationship Type="http://schemas.openxmlformats.org/officeDocument/2006/relationships/slide" Target="/ppt/slides/slide10.xml" Id="R64dc51a3595549fd" /><Relationship Type="http://schemas.openxmlformats.org/officeDocument/2006/relationships/slide" Target="/ppt/slides/slide11.xml" Id="Rc9a14f1a459747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f244a76c1343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355f0342a44f9c" /><Relationship Type="http://schemas.openxmlformats.org/officeDocument/2006/relationships/notesMaster" Target="/ppt/notesMasters/notesMaster1.xml" Id="R65ca0813ace04d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86f859d18b4ad6" /><Relationship Type="http://schemas.openxmlformats.org/officeDocument/2006/relationships/notesMaster" Target="/ppt/notesMasters/notesMaster1.xml" Id="Rd2e4899fd5cb4b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de914895fd4f95" /><Relationship Type="http://schemas.openxmlformats.org/officeDocument/2006/relationships/notesMaster" Target="/ppt/notesMasters/notesMaster1.xml" Id="Ra163d8ae57d14b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4c534767904063" /><Relationship Type="http://schemas.openxmlformats.org/officeDocument/2006/relationships/notesMaster" Target="/ppt/notesMasters/notesMaster1.xml" Id="Rd71e97eaa3e949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e40ffd5b384e1f" /><Relationship Type="http://schemas.openxmlformats.org/officeDocument/2006/relationships/notesMaster" Target="/ppt/notesMasters/notesMaster1.xml" Id="Radcdd417cb5248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6b4cde21eb460b" /><Relationship Type="http://schemas.openxmlformats.org/officeDocument/2006/relationships/notesMaster" Target="/ppt/notesMasters/notesMaster1.xml" Id="R80b00c3a49ca4a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de9cc5419140d1" /><Relationship Type="http://schemas.openxmlformats.org/officeDocument/2006/relationships/notesMaster" Target="/ppt/notesMasters/notesMaster1.xml" Id="Rc9a0a9c08d0e46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8050bd87a448f7" /><Relationship Type="http://schemas.openxmlformats.org/officeDocument/2006/relationships/notesMaster" Target="/ppt/notesMasters/notesMaster1.xml" Id="R5cbc42b97e1047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7bcaf679e24c4c" /><Relationship Type="http://schemas.openxmlformats.org/officeDocument/2006/relationships/notesMaster" Target="/ppt/notesMasters/notesMaster1.xml" Id="Rb4c9d4aabead46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7394c561d247c7" /><Relationship Type="http://schemas.openxmlformats.org/officeDocument/2006/relationships/notesMaster" Target="/ppt/notesMasters/notesMaster1.xml" Id="Rbb109bab65cd48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841eb987964e05" /><Relationship Type="http://schemas.openxmlformats.org/officeDocument/2006/relationships/notesMaster" Target="/ppt/notesMasters/notesMaster1.xml" Id="R82f725f3e84f4a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scripts/main.py; scripts/frontend/search.py; scripts/query_parser.py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scripts/*.py; scripts/main.py route definitions; verified database load on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 NLPServices, lifespan, middleware, and routes; scripts/frontend/search.py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scripts/main.py; scripts/query_parser.py; scripts/entity_extractor.py; scripts/listing_summarizer.py; scripts/compliance_checker.py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tests/test_week7.py; tests/test_week6.py; tests/test_week4.py; tests/test_numericf1.py; data/processed/taxonomy_eval_results.csv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Evaluation definitions in tests/test_week4.py, tests/test_week6.py, tests/test_week7.py, tests/test_numericf1.py, tests/test_semanticSearcher.py, and tests/test_week9.py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scripts/main.py; observed API smoke-test response on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 route decorators and Pydantic 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 TTLCache, SlidingWindowRateLimiter, cached_compute, middleware, and /ready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Dockerfile; .dockerignore; requirements.txt; scripts/main.py database settings and loader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scripts/frontend/search.py; scripts/semantic_searcher.py; scripts/main.py; tests/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13236226c46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01a508ac364405" /><Relationship Type="http://schemas.openxmlformats.org/officeDocument/2006/relationships/slideLayout" Target="/ppt/slideLayouts/slideLayout1.xml" Id="R92d84ca17c0c4b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d84ca17c0c4b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bd22463514d8c" /><Relationship Type="http://schemas.openxmlformats.org/officeDocument/2006/relationships/notesSlide" Target="/ppt/notesSlides/notesSlide1.xml" Id="R749ba611f2db44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0fb37c29d45b9" /><Relationship Type="http://schemas.openxmlformats.org/officeDocument/2006/relationships/notesSlide" Target="/ppt/notesSlides/notesSlide2.xml" Id="R3c750992e7fc42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fa762e491446c" /><Relationship Type="http://schemas.openxmlformats.org/officeDocument/2006/relationships/notesSlide" Target="/ppt/notesSlides/notesSlide3.xml" Id="Ra8379813776e4c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69fa015984f0e" /><Relationship Type="http://schemas.openxmlformats.org/officeDocument/2006/relationships/notesSlide" Target="/ppt/notesSlides/notesSlide4.xml" Id="Reca5c08aa1704b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809a6beb84ad2" /><Relationship Type="http://schemas.openxmlformats.org/officeDocument/2006/relationships/notesSlide" Target="/ppt/notesSlides/notesSlide5.xml" Id="Rc01a96d26d7c47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da80157534491" /><Relationship Type="http://schemas.openxmlformats.org/officeDocument/2006/relationships/notesSlide" Target="/ppt/notesSlides/notesSlide6.xml" Id="R2231f5250d6642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cae3864df4441" /><Relationship Type="http://schemas.openxmlformats.org/officeDocument/2006/relationships/notesSlide" Target="/ppt/notesSlides/notesSlide7.xml" Id="Read7a6366fad48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633cd94b94046" /><Relationship Type="http://schemas.openxmlformats.org/officeDocument/2006/relationships/notesSlide" Target="/ppt/notesSlides/notesSlide8.xml" Id="Re42deb6ff7b540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7270e1f394ab4" /><Relationship Type="http://schemas.openxmlformats.org/officeDocument/2006/relationships/notesSlide" Target="/ppt/notesSlides/notesSlide9.xml" Id="Rec65b844337343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80b75702c4582" /><Relationship Type="http://schemas.openxmlformats.org/officeDocument/2006/relationships/notesSlide" Target="/ppt/notesSlides/notesSlide10.xml" Id="R41d35e5e776a4a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fd2d3108a429a" /><Relationship Type="http://schemas.openxmlformats.org/officeDocument/2006/relationships/notesSlide" Target="/ppt/notesSlides/notesSlide11.xml" Id="Rc3214fe615e04b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AA69A-906A-4718-B3C6-B64BF150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defRPr>
            </a:pPr>
            <a:r>
              <a: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74EFC-9D23-4239-9580-3312317B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7B420-AD2B-447E-B6FA-35F20EA7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Real Estate NLP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3A0D4-305D-4DC7-91CB-836C4F72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Project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75881-600B-4152-A279-A8038373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695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Natural-language property search backed by MySQL and exposed through a production FastAPI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7CEED-43AF-453E-8D19-6D5EA8F5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rPr>
              <a:t>NLP Internship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164754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379F9-CFB9-4176-B40A-5CA36EDC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6716F-EE2A-43AC-9065-5097D70D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9F5F1-F055-4E96-9634-4C4600D8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D42FB-AAEF-4CFD-AC51-5B0C5A50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project turns free-form real estate language into searchable, structured, and reviewable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30B2F-8D10-4A25-B92D-38B6D12E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3554D-FC07-427E-B396-6E04F84E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15A13-4CBB-4DE9-9F80-44881862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core NLP capabilities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4C3F4-1C7C-4902-9F34-3D3AC1A1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95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77CD8-6022-48C1-B839-41BBDDD5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543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E1804-4BC0-4E2B-94AD-5A9D3C4B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33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application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A51D8-1178-48B3-9FB3-3E4748BB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52,742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E70E9-ACBB-48C9-A8C0-E3488647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30EE0-89AF-4AE7-AE62-76C177BE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listings loaded in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02F47-81AB-4195-8536-73484A26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Built as a complete path from data preparation and taxonomy work to an API, database integration, and a Streamlit search interface.</a:t>
            </a:r>
          </a:p>
        </p:txBody>
      </p:sp>
    </p:spTree>
    <p:extLst>
      <p:ext uri="{BB962C8B-B14F-4D97-AF65-F5344CB8AC3E}">
        <p14:creationId xmlns:p14="http://schemas.microsoft.com/office/powerpoint/2010/main" val="160774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89CAC-FCC0-4B96-9EA7-92175250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DA223-5FCA-404C-AEFA-06056A68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1F74B-C0A9-4107-B585-76080C85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4FBC7-6E6D-4A36-9305-70E31C1A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143125" cy="2952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5C29A-0603-4417-8F30-921F31A9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User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E71DE-84A4-425C-BF13-42FE8EFB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5E12C-7835-4955-BDB2-1D610BC1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2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Streamlit search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OpenAPI docs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FAF91-0BF3-4A6C-AD6E-77E380F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EFFB4-1604-4CA7-AC6F-B134B0C6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2362200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87286-D5CB-4CA5-B907-235CD771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FastAPI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4AE7E-032F-4298-965D-B62EAC41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E3639-8689-4ABB-AC1F-D17F7C6D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0375"/>
            <a:ext cx="1943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Validation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Routing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Middleware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A924D-FBE5-48D7-98B3-4D6AB2F7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BB50F-9356-4BAE-BB41-7405FDBE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24050"/>
            <a:ext cx="266700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B4BE1-F470-4BD2-92D2-3EF12D3E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526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NLP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97E02-8A80-43F1-92D1-7216A4AD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633DC-1D89-4768-9CAE-D3F99EEE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00375"/>
            <a:ext cx="2247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Parse  |  Extract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 |  Summarize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59352-F95F-4D58-9674-9DEB210E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CA07C-CFCF-48E4-A4A7-D0FBB900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514600" cy="2952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9C5E2-27D6-46C1-945A-ACECF0AB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4B9FD-3417-438C-A7B7-2440C0CA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98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90FA5-0B6F-46E5-9AE1-FC8F9AA0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MySQL listings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TTL response 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EB6AB-DEAC-43ED-9320-B98C4DBA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Database loading runs during API startup. The NLP layer stays available with conservative fallbacks when optional taxonomy resources are absent.</a:t>
            </a:r>
          </a:p>
        </p:txBody>
      </p:sp>
    </p:spTree>
    <p:extLst>
      <p:ext uri="{BB962C8B-B14F-4D97-AF65-F5344CB8AC3E}">
        <p14:creationId xmlns:p14="http://schemas.microsoft.com/office/powerpoint/2010/main" val="1671749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576DB-E6A0-447A-A8F1-F1693C56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NLP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4C798-7612-4AEB-9202-4BBE448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B6D67-FA8A-432C-A364-F0D546DC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6255D-AEE2-4A79-A8CE-063B6803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18A7B-CB59-4EFE-BF2F-079A5801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38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58786-F1AC-47F4-9D4F-2A058A08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23825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Ranks listing remarks by token similarity, then applies numeric and city filters.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0BCBE-8091-4812-85F2-980972B5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C19D4-F6DA-449A-AE3B-AA432843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42B4D-F1FC-444C-B69C-49CF0B48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193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Query parsing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24ECB-D9AF-403C-ADA4-E5273F33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19325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Extracts price ranges, bedrooms, bathrooms, cities, amenities, and exclusions.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16317-A9E5-4B95-8FDB-678466B1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C6293-BCDD-44C1-932D-63B12EC6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0F144-1AE8-42D8-96B2-8212A7EB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Entity extraction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4AF51-CB35-4BD5-90C9-40E3982D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004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Identifies structured facts such as price, square footage, room counts, and taxonomy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24438-FA57-4DD3-BF24-954DAC37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FCF72-7074-4258-9E95-560FBCE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7B552-F69F-4559-BD4A-EE8C37DB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Summarization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872C2-39DA-4F91-AB23-73BC2A8F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81475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Selects the most informative listing sentences using entity and position signals.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4919E4-4D4F-44E5-A08E-F16191AF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863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78A68-5C35-4E82-9AB0-50185495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5A354-459A-4E14-939A-04E6DA9D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Compliance checking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2C38CF-EBB6-490C-BC1F-340DF1EC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6255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Flags fair-housing risks in listing language and user search requests.</a:t>
            </a:r>
          </a:p>
        </p:txBody>
      </p:sp>
    </p:spTree>
    <p:extLst>
      <p:ext uri="{BB962C8B-B14F-4D97-AF65-F5344CB8AC3E}">
        <p14:creationId xmlns:p14="http://schemas.microsoft.com/office/powerpoint/2010/main" val="1006186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48550F-7C4B-4ACE-8317-1FA772B3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Measured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CF892-983D-4B08-A848-202C74DB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E7FA1-CC37-41C4-BBCC-5AF85B15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7E46C-7E30-401C-B1ED-493A0752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9D991-4F1A-4E09-B811-706D53BE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1811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Intent classifier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182A7-92EE-4F77-A2E1-011F129D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8110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40 held-out queries after training on 160 labeled queries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28E2B-46F5-40F4-93A2-D8A04765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19275"/>
            <a:ext cx="9020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E365C-03B0-49F4-9486-0F9BED5D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BAB6B-8FDD-4A4D-8998-4D994C43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097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Structured field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67A3B-682D-4CD2-A433-FD43B306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097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4,000 city, price, bedroom, and bathroom checks across 1,000 listings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1A20A-5547-46CE-90BA-0E4671A3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47950"/>
            <a:ext cx="9020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BD7D7-762B-4EA0-872B-43437196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14C2C-281F-41C5-9998-03527FA7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384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Query parser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0D458-00C0-46FB-B363-BCFA45AF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384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60 of 60 on-topic queries produced at least one structured filter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D99BC-1DD9-455F-A48F-9B54B227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76625"/>
            <a:ext cx="9020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55333-1469-4AAD-9C9F-5EA0290D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17D95-F893-4D2C-87B8-31DA62E2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671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 and bathroom 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56D7E-1701-402E-A676-F9DF3AB7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671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entity scored on 100 manually labeled listing remarks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04077-76B1-4321-933A-ECDC669D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05300"/>
            <a:ext cx="9020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B92AB-FA8F-4457-9DFA-2D9EDEAF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93.6%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57F90-F985-435C-8220-94CE2A24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958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 extraction F1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A9A59-8396-4CCE-99E4-E0090BCB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9580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100% precision and 88% recall across 100 labeled listing remarks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0D0AB-A0F2-4785-9D55-87E512D0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33975"/>
            <a:ext cx="9020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D2FF9-FBA1-46B8-A5C2-FE907B55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77.0%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CCF18A-2206-4821-AD07-34049AC6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244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Taxonomy feature recall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DC3E2B-F57D-4A22-A989-13F72B98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244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191 of 248 gold feature labels found across 100 listings</a:t>
            </a:r>
          </a:p>
        </p:txBody>
      </p:sp>
    </p:spTree>
    <p:extLst>
      <p:ext uri="{BB962C8B-B14F-4D97-AF65-F5344CB8AC3E}">
        <p14:creationId xmlns:p14="http://schemas.microsoft.com/office/powerpoint/2010/main" val="417906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DFE19-2E6B-4DD6-B4B4-27FD6DA0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Accuracy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84A7A-04E6-4F23-B859-CCEB696A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81D46-BF42-498F-B58C-0EADE18C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C0466-B4A0-47EB-BDE6-C430BAFB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Intent 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87041-89D1-4F7A-9D61-EFD2BC7C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100% result comes from a fixed 80/20 split of 200 labeled queries. The held-out set contains 40 examples across three intent labels.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FF2B6-6955-4DE6-A3F0-C78AF394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B2699-9801-45AD-90BD-6BC8D941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Structured fields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6AEC0-8C80-450D-B9EA-EBB355B4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This test checks whether the signal extractor preserves four existing listing fields. It does not measure free-text extraction.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BCB75-7890-434B-BF70-3C4FCA51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39794-70BE-4847-AC45-DA2A50F9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Query parsing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CE6DB-3088-40DB-A170-431594F0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100% parser result is a coverage rate. A query counts as successful when it yields at least one filter, so this is not exact-match accuracy.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14E73-5638-45F6-AEF4-ED709EA8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14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Numeric entities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5A2C4-64A4-4D61-988B-D3EB7D79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716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Bedroom and bathroom F1 reached 100%. Price extraction missed 12 of 100 labels, producing 88% recall and no false positives.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C4A34-95FC-42E6-BE31-922942D8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E9680-D51F-4171-88D3-213781C2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Taxonomy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7015E-689F-49FA-B6D8-1AE4B856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stored evaluation reports recall only. It measures found gold labels and does not penalize extra predicted features.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524C4-70F5-4547-AC2D-FEFB5C9D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4C16D-5083-40B2-81CC-6E1201B1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Open gaps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BD7A5-DD9F-4B81-AC30-FA1D2A47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863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Semantic retrieval lacks a current precision-at-k result because its model fixture was unavailable offline. Four compliance behavior tests passed, which is not enough to claim broad accuracy.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C80C8-CF8D-41D2-97A0-A72CD043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14450"/>
            <a:ext cx="0" cy="476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</p:spTree>
    <p:extLst>
      <p:ext uri="{BB962C8B-B14F-4D97-AF65-F5344CB8AC3E}">
        <p14:creationId xmlns:p14="http://schemas.microsoft.com/office/powerpoint/2010/main" val="638554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615CA-BD7E-4216-9780-307482DD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verified query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D00BB-9944-4B75-AA8D-F14C9ADF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695CD-AB76-478A-8364-5C4A9867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3195C-1CDC-47AF-B0D8-FC81A692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“3 bed 2 bath under 700k in Irvine”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0BBD0-5769-4F26-81E5-8C2CA421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BB733-11E8-4BEF-B6FB-4EF4AFAB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743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PARSED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29A5F-A360-4199-9874-F5EFDD86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705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price ≤ $700,000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 bedrooms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 bathrooms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city = Irvine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AFE59-7F3F-4EA6-A41A-F5CD7966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76600"/>
            <a:ext cx="36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4050" b="0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D763D-4608-47EE-9DF4-BF1064AA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74A5B"/>
          </a:solidFill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BF551-AE38-44C2-A02F-3BCDEC33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05100"/>
            <a:ext cx="2743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SEARCHED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B8AA5-3FF0-4065-BC49-FDA28AC9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19450"/>
            <a:ext cx="2705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52,742 database listings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metadata filters first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text relevance second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DCC64-1A38-4123-A8BD-9B29265C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36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4050" b="0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01FEC-CCCD-4A93-923E-940CA5F4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6B4B22"/>
          </a:solidFill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4E3E0-E5A9-45AC-BDB5-808BB770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05100"/>
            <a:ext cx="2743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RETURNED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0349E7-F5CE-48E1-BE33-0E9A2D90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705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 matching listing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Irvine, CA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$610,000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A6273-0EB7-413B-A85F-720AB9BC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Verification used the Dockerized API connected to the local idx_exchange database.</a:t>
            </a:r>
          </a:p>
        </p:txBody>
      </p:sp>
    </p:spTree>
    <p:extLst>
      <p:ext uri="{BB962C8B-B14F-4D97-AF65-F5344CB8AC3E}">
        <p14:creationId xmlns:p14="http://schemas.microsoft.com/office/powerpoint/2010/main" val="19407144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10449-F5DC-47AE-8EB6-0FD6752B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REST API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69B68-FA01-4225-AEAB-D2639B2E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A27BC-4372-4C60-8125-4E6689D7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E1F3A-7F0E-4406-A5B2-809F0A4A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F06E0-4459-4F73-B820-E4408434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64031-D36D-490B-A846-5CAA1D11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/search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/parse-query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/extract-entities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/summarize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/check-compliance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A54DE-7D1E-47B4-971F-4CF2B983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90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Search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4F7E4-72A2-46C6-9CFE-FA4C77FD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431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13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CACD5-82EE-46D3-8337-F9B6CF72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PUT   /documents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/documents/reload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MySQL autoload at startup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Database status in /ready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362B6-3EC1-441F-AE57-43EA0B67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90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ED80D-B77D-46FC-9F29-D7EAA18C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A0096-241D-491C-92A9-916431CC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GET   /health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GET   /ready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GET   /cache/stats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DELETE /cache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GET   /openapi.json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FD616-B2A9-439D-9E77-479D8615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7AAEB-9B8C-411A-BB2F-1BC1D920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30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Pydantic validates every request. FastAPI generates interactive documentation at /docs and /redoc.</a:t>
            </a:r>
          </a:p>
        </p:txBody>
      </p:sp>
    </p:spTree>
    <p:extLst>
      <p:ext uri="{BB962C8B-B14F-4D97-AF65-F5344CB8AC3E}">
        <p14:creationId xmlns:p14="http://schemas.microsoft.com/office/powerpoint/2010/main" val="362049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15CCB-7B17-4381-A16F-A9F8C0ED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416AE-46DC-4BC9-A861-E5BD38F5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7A2DB-4463-4D25-862D-9F115A85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629C9-B8A6-4EAF-9396-30A21841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10 requests / second / 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1F971-D089-4BC3-A742-A2B504EC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Sliding-window rate limiting returns HTTP 429 with Retry-After and remaining-limit headers.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50BD3-A480-40F4-9D56-BBC1FFD6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B3B94-E7EE-499F-8239-2D5CECD8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Bounded TTL cache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529D9-EDDB-4F25-BAD9-23AF593D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41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Cached NLP responses include HIT or MISS headers. Corpus reloads invalidate stale search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450E1-40CB-4841-80D9-42794F51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Structured logs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2CCC6-DE62-4157-9272-BCA1DC74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JSON request events include method, path, status, duration, client IP, and request ID.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85FBC-F75F-4386-9D41-1DC0EFAC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Responsive concurrency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D15A0-2A7A-48C2-8E3C-6606D4C1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71950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Synchronous NLP work runs in a thread pool instead of blocking FastAPI's event loop.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C6C38-8B23-4F23-9D12-7D26A781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Graceful diagnostics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E6A8B-5242-4002-AE27-EA818A42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Readiness reports database failures while health checks keep the process observable.</a:t>
            </a:r>
          </a:p>
        </p:txBody>
      </p:sp>
    </p:spTree>
    <p:extLst>
      <p:ext uri="{BB962C8B-B14F-4D97-AF65-F5344CB8AC3E}">
        <p14:creationId xmlns:p14="http://schemas.microsoft.com/office/powerpoint/2010/main" val="9161691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86769-25F6-46AA-A5F5-1EDEA3FD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 and container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46508-B73C-4BAE-9EE9-F9130CB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82CE6-75FF-4539-9D79-F0485EAB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475AE-5872-42C1-BF2F-DFDAEDF8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00335-17E6-4D73-BAFF-C3D6F377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63D80-CB58-40DC-AB98-2BE6BFD3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rets_property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004DF-F3CB-434D-9C1A-1659EAE0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52600"/>
            <a:ext cx="400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0815F-0B75-4FC8-83CA-64F227CD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524000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64B49-B885-489C-B70D-7EDFE026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6859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Startup loader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5DB99-71B4-46B1-8BB8-3684093A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240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validated 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FE446-5D25-4798-B848-D068A037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52600"/>
            <a:ext cx="400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9EB7E-6383-40C2-A8C6-69A8D733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AADE9-E601-4391-9D88-51ADD324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859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7564E-952A-42D2-AEBB-F13E13E6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search corpus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649B6-864B-42FD-90D9-C14020F6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400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896DC-8908-48D3-A0F0-F45C00DA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524000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4AED5-D3F5-444A-A867-54623C6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6859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Docker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E2751-27C9-45D3-97AE-C8E427C8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1240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port 8000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D759FE-B4F2-49BF-9816-95B23A7B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Runtime configuration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B1FDA-B788-4E93-8B85-F6EAB105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2095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DB_HOST</a:t>
            </a:r>
          </a:p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DB_PORT</a:t>
            </a:r>
          </a:p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DB_USER</a:t>
            </a:r>
          </a:p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DB_PASSWORD</a:t>
            </a:r>
          </a:p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DB_NAME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BA604-5FE7-43A6-8E65-E87B19A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Credentials stay outside source control. Docker reaches a host database through host.docker.internal.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9CA283-127E-43A7-A545-555D0E7B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Container safeguards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8E0D4-11F9-4CB8-90EB-C2E98A83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Non-root UID 10001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Built-in health check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Pinned application dependencies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Optimized build context</a:t>
            </a:r>
          </a:p>
        </p:txBody>
      </p:sp>
    </p:spTree>
    <p:extLst>
      <p:ext uri="{BB962C8B-B14F-4D97-AF65-F5344CB8AC3E}">
        <p14:creationId xmlns:p14="http://schemas.microsoft.com/office/powerpoint/2010/main" val="16912966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19DBD-1D50-4E5E-BDDE-ADC61956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Current experience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944FA-1E63-4E5C-BAFD-809E950D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682BE-AEE4-44CC-B8D9-81424FA1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AB5D7-B432-44A9-812E-D4B35BB0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Streamlit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69BEF-FA24-4F92-9E93-9234BE53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Natural-language query form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API readiness and database status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Parsed filter inspection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Listing metadata and relevance scores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Clear timeout and rate-limit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00525-762E-4F27-94E5-F90E9009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66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27A5E-A121-4BEE-9CF0-452221CD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335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Recommended next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98C9A-380F-4CB4-8AAD-C72BA7BA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1B996-76A5-4319-8F5C-A1374330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Move cache and rate-limit state to Redis before adding multiple API workers.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D3342-88A2-4B2D-85B7-4E1B07E7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90C66-58BB-401E-9C34-E0630ABD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Connect the existing FAISS semantic searcher to the database-loaded corpus.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424D1-4C11-43C1-A9CF-972BE383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2D743-8399-4473-B459-618A89B2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Add authenticated operations endpoints and scheduled database refreshes.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6A739-3996-4AF7-9BC0-96E6533D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E9FFF-3ECB-4CF5-9FED-574A60F8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Expand integration tests around database failures and result quality.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A9B98-B1B3-4A14-9FA6-2B161200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245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The project now supports an end-to-end demonstration: database to NLP API to interactive search.</a:t>
            </a:r>
          </a:p>
        </p:txBody>
      </p:sp>
    </p:spTree>
    <p:extLst>
      <p:ext uri="{BB962C8B-B14F-4D97-AF65-F5344CB8AC3E}">
        <p14:creationId xmlns:p14="http://schemas.microsoft.com/office/powerpoint/2010/main" val="509082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2026-09-11T08:56:45.7390000Z</dcterms:created>
  <dcterms:modified xsi:type="dcterms:W3CDTF">2026-09-11T08:56:45.7390000Z</dcterms:modified>
</coreProperties>
</file>