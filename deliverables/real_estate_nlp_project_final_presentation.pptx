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ab513d1db74e8a" /><Relationship Type="http://schemas.openxmlformats.org/officeDocument/2006/relationships/extended-properties" Target="/docProps/app.xml" Id="R2fc7dce642ef4649" /><Relationship Type="http://schemas.openxmlformats.org/officeDocument/2006/relationships/officeDocument" Target="/ppt/presentation.xml" Id="R6941f4908671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ab462998bc42a9"/>
  </p:sldMasterIdLst>
  <p:notesMasterIdLst>
    <p:notesMasterId xmlns:r="http://schemas.openxmlformats.org/officeDocument/2006/relationships" r:id="R520a94673b27452e"/>
  </p:notesMasterIdLst>
  <p:sldIdLst>
    <p:sldId xmlns:r="http://schemas.openxmlformats.org/officeDocument/2006/relationships" id="256" r:id="R451a6768d3de40e4"/>
    <p:sldId xmlns:r="http://schemas.openxmlformats.org/officeDocument/2006/relationships" id="257" r:id="R8fde820695414cbb"/>
    <p:sldId xmlns:r="http://schemas.openxmlformats.org/officeDocument/2006/relationships" id="258" r:id="Re0881fc836c34712"/>
    <p:sldId xmlns:r="http://schemas.openxmlformats.org/officeDocument/2006/relationships" id="259" r:id="R2b99c4f4c3cb4696"/>
    <p:sldId xmlns:r="http://schemas.openxmlformats.org/officeDocument/2006/relationships" id="260" r:id="Ra5d79112c4934876"/>
    <p:sldId xmlns:r="http://schemas.openxmlformats.org/officeDocument/2006/relationships" id="261" r:id="R97616b2aa5a24813"/>
    <p:sldId xmlns:r="http://schemas.openxmlformats.org/officeDocument/2006/relationships" id="262" r:id="R694ef08582c64ca7"/>
    <p:sldId xmlns:r="http://schemas.openxmlformats.org/officeDocument/2006/relationships" id="263" r:id="R6e68ed7ee85649b7"/>
    <p:sldId xmlns:r="http://schemas.openxmlformats.org/officeDocument/2006/relationships" id="264" r:id="R4126685486c44e1d"/>
    <p:sldId xmlns:r="http://schemas.openxmlformats.org/officeDocument/2006/relationships" id="265" r:id="R6f633fb81cb24cdf"/>
    <p:sldId xmlns:r="http://schemas.openxmlformats.org/officeDocument/2006/relationships" id="266" r:id="Rbdb967d745b740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6fc23be274113" /><Relationship Type="http://schemas.openxmlformats.org/officeDocument/2006/relationships/slideMaster" Target="/ppt/slideMasters/slideMaster1.xml" Id="Rbeab462998bc42a9" /><Relationship Type="http://schemas.openxmlformats.org/officeDocument/2006/relationships/notesMaster" Target="/ppt/notesMasters/notesMaster1.xml" Id="R520a94673b27452e" /><Relationship Type="http://schemas.openxmlformats.org/officeDocument/2006/relationships/presProps" Target="/ppt/presProps.xml" Id="Rf40af639d0ef4fe3" /><Relationship Type="http://schemas.openxmlformats.org/officeDocument/2006/relationships/tableStyles" Target="/ppt/tableStyles.xml" Id="Ref92362038bf4774" /><Relationship Type="http://schemas.openxmlformats.org/officeDocument/2006/relationships/slide" Target="/ppt/slides/slide1.xml" Id="R451a6768d3de40e4" /><Relationship Type="http://schemas.openxmlformats.org/officeDocument/2006/relationships/slide" Target="/ppt/slides/slide2.xml" Id="R8fde820695414cbb" /><Relationship Type="http://schemas.openxmlformats.org/officeDocument/2006/relationships/slide" Target="/ppt/slides/slide3.xml" Id="Re0881fc836c34712" /><Relationship Type="http://schemas.openxmlformats.org/officeDocument/2006/relationships/slide" Target="/ppt/slides/slide4.xml" Id="R2b99c4f4c3cb4696" /><Relationship Type="http://schemas.openxmlformats.org/officeDocument/2006/relationships/slide" Target="/ppt/slides/slide5.xml" Id="Ra5d79112c4934876" /><Relationship Type="http://schemas.openxmlformats.org/officeDocument/2006/relationships/slide" Target="/ppt/slides/slide6.xml" Id="R97616b2aa5a24813" /><Relationship Type="http://schemas.openxmlformats.org/officeDocument/2006/relationships/slide" Target="/ppt/slides/slide7.xml" Id="R694ef08582c64ca7" /><Relationship Type="http://schemas.openxmlformats.org/officeDocument/2006/relationships/slide" Target="/ppt/slides/slide8.xml" Id="R6e68ed7ee85649b7" /><Relationship Type="http://schemas.openxmlformats.org/officeDocument/2006/relationships/slide" Target="/ppt/slides/slide9.xml" Id="R4126685486c44e1d" /><Relationship Type="http://schemas.openxmlformats.org/officeDocument/2006/relationships/slide" Target="/ppt/slides/slide10.xml" Id="R6f633fb81cb24cdf" /><Relationship Type="http://schemas.openxmlformats.org/officeDocument/2006/relationships/slide" Target="/ppt/slides/slide11.xml" Id="Rbdb967d745b740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bb37e08e0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4cef443b9240c1" /><Relationship Type="http://schemas.openxmlformats.org/officeDocument/2006/relationships/notesMaster" Target="/ppt/notesMasters/notesMaster1.xml" Id="R033c5f170afe4b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7e4dc687934024" /><Relationship Type="http://schemas.openxmlformats.org/officeDocument/2006/relationships/notesMaster" Target="/ppt/notesMasters/notesMaster1.xml" Id="R769e675bd8824e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f7ddb6a574d4d" /><Relationship Type="http://schemas.openxmlformats.org/officeDocument/2006/relationships/notesMaster" Target="/ppt/notesMasters/notesMaster1.xml" Id="Rcc2b9cc916c7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4297b2e13446d" /><Relationship Type="http://schemas.openxmlformats.org/officeDocument/2006/relationships/notesMaster" Target="/ppt/notesMasters/notesMaster1.xml" Id="Rf0baecf759074e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2737cf94484879" /><Relationship Type="http://schemas.openxmlformats.org/officeDocument/2006/relationships/notesMaster" Target="/ppt/notesMasters/notesMaster1.xml" Id="R48712b008a26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11893d6b7a4501" /><Relationship Type="http://schemas.openxmlformats.org/officeDocument/2006/relationships/notesMaster" Target="/ppt/notesMasters/notesMaster1.xml" Id="R951058de0d60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cd8f1044c94408" /><Relationship Type="http://schemas.openxmlformats.org/officeDocument/2006/relationships/notesMaster" Target="/ppt/notesMasters/notesMaster1.xml" Id="R61687eb1cb2847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5d345186a24f19" /><Relationship Type="http://schemas.openxmlformats.org/officeDocument/2006/relationships/notesMaster" Target="/ppt/notesMasters/notesMaster1.xml" Id="R2e8d0af57faf43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6850fb8012438e" /><Relationship Type="http://schemas.openxmlformats.org/officeDocument/2006/relationships/notesMaster" Target="/ppt/notesMasters/notesMaster1.xml" Id="R89e124bbfed046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52e72f8b641d3" /><Relationship Type="http://schemas.openxmlformats.org/officeDocument/2006/relationships/notesMaster" Target="/ppt/notesMasters/notesMaster1.xml" Id="R5d00d0507e1f44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b06810e2264167" /><Relationship Type="http://schemas.openxmlformats.org/officeDocument/2006/relationships/notesMaster" Target="/ppt/notesMasters/notesMaster1.xml" Id="Rbcfb7554482b49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scripts/frontend/search.py; scripts/query_parser.py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scripts/*.py; scripts/main.py route definitions; verified database load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NLPServices, lifespan, middleware, and routes; scripts/frontend/search.py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scripts/query_parser.py; scripts/entity_extractor.py; scripts/listing_summarizer.py; scripts/compliance_checker.py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Verified by rerun on September 11, 2026. Sources: tests/test_week7.py; tests/test_week6.py; tests/test_week4.py; tests/test_numericf1.py; data/processed/taxonomy_eval_results.csv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Evaluation definitions in tests/test_week4.py, tests/test_week6.py, tests/test_week7.py, tests/test_numericf1.py, tests/test_semanticSearcher.py, and tests/test_week9.py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scripts/main.py; observed API smoke-test response on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route decorators and Pydantic 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scripts/main.py TTLCache, SlidingWindowRateLimiter, cached_compute, middleware, and /ready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Dockerfile; .dockerignore; requirements.txt; scripts/main.py database settings and loader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project sources: scripts/frontend/search.py; scripts/semantic_searcher.py; scripts/main.py; tests/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56cdfa78b44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e4690706a483a" /><Relationship Type="http://schemas.openxmlformats.org/officeDocument/2006/relationships/slideLayout" Target="/ppt/slideLayouts/slideLayout1.xml" Id="Rfab1dcf413054c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1dcf413054c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253389d248e1" /><Relationship Type="http://schemas.openxmlformats.org/officeDocument/2006/relationships/notesSlide" Target="/ppt/notesSlides/notesSlide1.xml" Id="Rceb213e91b75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68d67770e4042" /><Relationship Type="http://schemas.openxmlformats.org/officeDocument/2006/relationships/notesSlide" Target="/ppt/notesSlides/notesSlide2.xml" Id="R88af36675b54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b6108277648d1" /><Relationship Type="http://schemas.openxmlformats.org/officeDocument/2006/relationships/notesSlide" Target="/ppt/notesSlides/notesSlide3.xml" Id="R3b0fd05cf1ad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2db4e59d64ac2" /><Relationship Type="http://schemas.openxmlformats.org/officeDocument/2006/relationships/notesSlide" Target="/ppt/notesSlides/notesSlide4.xml" Id="Ree495bd2d7bd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b922e1bbc469b" /><Relationship Type="http://schemas.openxmlformats.org/officeDocument/2006/relationships/notesSlide" Target="/ppt/notesSlides/notesSlide5.xml" Id="R3d307e2af628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bee4c1a144c63" /><Relationship Type="http://schemas.openxmlformats.org/officeDocument/2006/relationships/notesSlide" Target="/ppt/notesSlides/notesSlide6.xml" Id="R950397dff0a94b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6e775aadb4b56" /><Relationship Type="http://schemas.openxmlformats.org/officeDocument/2006/relationships/notesSlide" Target="/ppt/notesSlides/notesSlide7.xml" Id="Rfdb0130fcb9644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2bc2c4b2f4d3f" /><Relationship Type="http://schemas.openxmlformats.org/officeDocument/2006/relationships/notesSlide" Target="/ppt/notesSlides/notesSlide8.xml" Id="R2b05d7e706e84c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aed9824e547c0" /><Relationship Type="http://schemas.openxmlformats.org/officeDocument/2006/relationships/notesSlide" Target="/ppt/notesSlides/notesSlide9.xml" Id="R777abc43da4945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a8d513ef4f02" /><Relationship Type="http://schemas.openxmlformats.org/officeDocument/2006/relationships/notesSlide" Target="/ppt/notesSlides/notesSlide10.xml" Id="R1f72e250f9304d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7d4f262494b4b" /><Relationship Type="http://schemas.openxmlformats.org/officeDocument/2006/relationships/notesSlide" Target="/ppt/notesSlides/notesSlide11.xml" Id="R088f10793703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5E828-49C4-4173-83F8-08DDA99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FB25B-3734-4E1C-8275-BC27D2F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E1D0B-B5D5-4213-A050-B9E4551C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22D72-83D7-4EBE-A9C1-4F704945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Project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5BAA3-D218-4B4D-BCF0-CDDED6C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Natural-language property search backed by MySQL and exposed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9C5A-2EA8-4020-9614-12B65599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33556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9F588-61EE-405C-AD28-A3F502A9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F0E32-ACDA-4C42-8F4C-E50299B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F20C0-C533-4D0E-B78E-1331DE5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1C9F9-62A0-42C4-9F22-CF77CF4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project turns free-form real estate language into searchable, structured, and reviewable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CC50-9250-432A-AE36-A6BF9156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130AD-C142-41AD-9123-A3939958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80381-367A-4009-8F51-8964AF83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core NLP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D8BEA-68E4-49E9-9D42-D3439DE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0C6C8-E95A-40DC-87ED-78A78811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8BDB2-E88D-4D94-A7D1-ADCD4B7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application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EDA63-3C7B-418F-8624-AD9AC958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52,742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F0DF8-786D-451A-93A3-A52EE5DB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55E48-FF58-4573-A567-25A50AC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loaded in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CCC59-82F2-4EF3-8525-7960DA0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Built as a complete path from data preparation and taxonomy work to an API, database integration, and a Streamlit search interface.</a:t>
            </a:r>
          </a:p>
        </p:txBody>
      </p:sp>
    </p:spTree>
    <p:extLst>
      <p:ext uri="{BB962C8B-B14F-4D97-AF65-F5344CB8AC3E}">
        <p14:creationId xmlns:p14="http://schemas.microsoft.com/office/powerpoint/2010/main" val="2060800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97117-F881-418C-AE3D-ED135D1C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6CE56-C826-4203-A562-8D780CBA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E7C1F-DB15-47FE-A335-7548EC16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A573A-6801-4F87-A284-7075C184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6FE3E-EF9F-402D-95A0-D5681E78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18832-FF0B-4893-BF8C-9138C59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57AEF-E814-4424-9347-013E469B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1302D-B6AC-476B-82F3-7C3D830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763BF-01A4-4D84-90E5-148344DD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8EE1D-F28C-41E1-9479-D8CE00F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E2A55-DF2C-488E-B456-C598AF2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36C01-C144-4022-8CF1-8B656AEA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DDA20-4E54-47AF-924F-B9C3FF5A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781C9-4D72-4F3E-A8C1-4A7EB7C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3EF75-1D71-4F38-A22C-DF01DA3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6BCCE-DFCC-474F-9891-4091225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8A0B9-F1C4-4B2B-8200-EE6B75AB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 | 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 | 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C07DC-1E0B-4F14-A88B-8CC2744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60D6A-0E06-44E5-B6CF-E51DCE1A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ACDEC-5123-424D-954B-95EE655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480AE-F105-41C9-9BCF-D9E29353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0D21D-BE8E-42DC-91D1-5051DCF9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F50FC-68FA-437B-AE8C-793B98E2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Database loading runs during API startup. The NLP layer stays available with conservative fallbacks when optional taxonomy resources are absent.</a:t>
            </a:r>
          </a:p>
        </p:txBody>
      </p:sp>
    </p:spTree>
    <p:extLst>
      <p:ext uri="{BB962C8B-B14F-4D97-AF65-F5344CB8AC3E}">
        <p14:creationId xmlns:p14="http://schemas.microsoft.com/office/powerpoint/2010/main" val="1311986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598E4-7398-4087-9883-6F15B24C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1DF7B-795A-416D-BEC7-670DE33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6B31F-0B56-4932-9F85-5DEBEE49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DF445-A23E-4ED6-B25C-6724972D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6317B-B548-440F-A972-8D7321E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D7E33-240E-481B-BCA3-FC0456B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2382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Ranks listing remarks by token similarity, then applies numeric and city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0A627-FEC0-4C5F-BBEC-5E6B150B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6B4EF-ACA9-4783-B830-21887B7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DB819-D6D8-44EE-B3F5-60B2ACB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193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956EA-F4BC-40DE-8E7F-B186D31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193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Extracts price ranges, bedrooms, bathrooms, cities, amenities,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7A10E-DD25-4566-A820-2231DCD3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01CE8-6A3E-4E52-83FD-A30E9B2F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DF4D1-8A4C-4F51-83F8-379F15C3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Entity extraction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62663-A8D7-4D81-9D4D-D5C755EA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004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Identifies structured facts such as price, square footage, room counts,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2E8AB-B5A2-4C34-8F51-ACB8AB4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7F133-DB8F-4584-AF8E-A07D160D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58427-0800-4045-931C-15F4CFDC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Summarization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858B5-2986-4734-A1DB-6A5E8EB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8147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Selects the most informative listing sentences using entity and position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DECAB-2528-4C3B-AB25-586DC44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633C9-8AA4-4776-A454-FE387342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7353F-0597-46D0-8016-3F952AB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9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Compliance checking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EAA52F-DDD6-402C-924F-64F0733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625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Flags fair-housing risks in listing language and user search requests.</a:t>
            </a:r>
          </a:p>
        </p:txBody>
      </p:sp>
    </p:spTree>
    <p:extLst>
      <p:ext uri="{BB962C8B-B14F-4D97-AF65-F5344CB8AC3E}">
        <p14:creationId xmlns:p14="http://schemas.microsoft.com/office/powerpoint/2010/main" val="228615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45796-B2BA-459B-A505-65A6C003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Verified accuracy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9EC01-2331-4FDD-ADB8-431576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E9809-3210-4AA2-86D0-89A5A463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0CE36-B2C8-4F53-B6D9-1B046E0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76A5F-D9D7-4D4D-9F0E-61A76F9F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EF5FA-60B4-4E62-A67E-79BE362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1811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72484-5D47-4518-821D-65D546D1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811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queries after training on 160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30D22-57A8-4443-82F5-1001222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1927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0A838-DB57-4FD3-A2EB-4B8DDB6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F5C88-2EC9-4A24-A48D-2F4C6631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9D243-F13B-42B4-8B5C-9A05852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97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Structured field preservation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569E2-42FE-4CD2-9302-F778B65A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4,000 checks across 1,000 listings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144C4-D461-4612-A80F-9C2895D2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3B0FE-299B-4EFF-BFD6-9592C9B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B7468-400E-46D1-912D-1F389B6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95DFC-6D76-4BF3-A78F-F39088C9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29579-9992-43F0-93ED-BC2F5B00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384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D437E-C4C6-4B14-82EC-2576902B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7662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23AF1-376A-4702-A375-EDC5DAD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3C323-F06B-4444-B84B-E92106D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F1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4EF90-4803-4384-8537-DBD0A46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67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extraction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37BE8-5018-4F01-A945-6541F42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99ED6-6553-46DC-982A-7E3AA81E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05300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AD5DB-8710-420A-9B88-F614462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E7E8A-7C5F-4C9D-9E1B-FE2D46E2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F1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F3A93E-88EE-4C8D-AB0F-8D12EE26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31942-2BFB-4A67-AE4F-D2F1857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100% precision and 88% recall on 100 labeled remarks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9A96D-7B05-407D-A971-B3E946B6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33975"/>
            <a:ext cx="9020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E8339-3F50-4C57-ADAB-8AB1109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1B617-A648-4BBC-AA4B-5E800959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357FE2-4117-4D02-B64A-80ABFDD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244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extraction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019AD-B12C-4D56-9E7D-E8F7DD73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244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</p:spTree>
    <p:extLst>
      <p:ext uri="{BB962C8B-B14F-4D97-AF65-F5344CB8AC3E}">
        <p14:creationId xmlns:p14="http://schemas.microsoft.com/office/powerpoint/2010/main" val="1422071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A83B5-6192-410B-86F7-03DB8950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F992-6942-4AC7-A903-64C36ED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CCD2B-747E-4048-A437-3DDBFB29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E0F68-AC63-40ED-A48A-3CD42E6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Intent 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61494-8FF3-49AB-ACD6-EDB9BB30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100% result comes from a fixed 80/20 split of 200 labeled queries. The held-out set contains 40 examples across three intent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3B27C-E9A3-4060-8489-A17CE94C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412EA-4537-4FBA-A8A7-E4499FD0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Structured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8EB9E-976F-4AB7-9B1B-BD85C94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This test checks whether the signal extractor preserves four existing listing fields. It does not measure free-text extraction.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BAAF2-9DE2-426D-95F0-C63DAFB9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ECC47-3CAA-4264-AF22-AB41C542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parsing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85EEC-4F54-44B4-9DC8-F1A5D4F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100% parser result is a coverage rate. A query counts as successful when it yields at least one filter, so this is not exact-match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54B63-1802-4947-80AD-BF381DF2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14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Numeric entities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E3810-EDC2-469F-9A7E-9CE8ACDC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 and bathroom F1 reached 100%. Price extraction missed 12 of 100 labels, producing 88% recall and no false positives.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562EA-178F-4E1D-B0F2-CBE397C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5DAEA-503B-4E83-8A4F-192E09F1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Taxonomy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7B920-DF17-435F-92CC-2320AE8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stored evaluation reports recall only. It measures found gold labels and does not penalize extra predicted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B39B3-BAB5-44E4-8CCA-E086EF68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3D5D0-0915-4C8C-81BD-AA8AEDCD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Test run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5211E-D642-4E3C-BEE1-4F55001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863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Eight selected pytest cases passed, and the numeric F1 evaluation completed. Semantic retrieval lacks a current precision-at-k result because its model fixture was unavailable offline.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C6B82F-BDC3-43FB-8DAE-9CA5C38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1445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</p:spTree>
    <p:extLst>
      <p:ext uri="{BB962C8B-B14F-4D97-AF65-F5344CB8AC3E}">
        <p14:creationId xmlns:p14="http://schemas.microsoft.com/office/powerpoint/2010/main" val="42015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EA2FC-8CD0-427C-A8FE-E7576F43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verified query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0576-CDB5-42A9-B5C2-3B0D70A1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B9194-5F13-4DD3-91DE-70454568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6B20D-7C7D-4BAD-8B9B-750BF6C5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“3 bed 2 bath under 700k in Irvine”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DBD6B-5BFF-4142-BC10-ED857AC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83B56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E46F3-7E43-4339-857C-17D3314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PARSED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452A1-8424-4BED-8AAC-680F8A25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price ≤ $700,000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 bedrooms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 bathrooms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city = Irvine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623B5-143B-44FC-8F87-7ABB867E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51784-8042-44EA-8137-4F7B7C62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74A5B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877E7-EB74-4D33-A3DD-B1F41191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SEARCHED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F44D9-598E-4348-A54E-798E7540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52,742 database listings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metadata filters first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text relevance second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7DBB3-E71C-47C2-8948-ED2FF9A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36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4050" b="0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14BFD-FE88-4CFC-8D58-D2C9B9D5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6B4B22"/>
          </a:solidFill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D80F7-51E0-40F7-BFF6-E5DBE4A6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743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RETURNED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A489D-1DD5-4FC0-9D8B-1CB94E8C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705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 matching listing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Irvine, CA</a:t>
            </a:r>
          </a:p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$610,000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96DB2-8B44-441F-AB14-6FFF7205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Verification used the Dockerized API connected to the local idx_exchange database.</a:t>
            </a:r>
          </a:p>
        </p:txBody>
      </p:sp>
    </p:spTree>
    <p:extLst>
      <p:ext uri="{BB962C8B-B14F-4D97-AF65-F5344CB8AC3E}">
        <p14:creationId xmlns:p14="http://schemas.microsoft.com/office/powerpoint/2010/main" val="247754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10B10-6086-44B4-9F47-2D3819EB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REST 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83004-E534-4988-B0AB-E267A24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D843A-D7DE-46E7-9BB8-C998618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B1EC1-C702-431C-A32F-4E812EB4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C2EA2-112F-4548-BC48-6584F45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0FEAF-E705-4403-B6A2-9DE72C7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/search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/parse-query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/extract-entities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/summarize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/check-compliance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A0C82-7868-4E06-BFF2-30CDAFC3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Search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431D4-8463-4EB5-A09F-8F596A4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37BBA-E11C-4499-A7F3-9B08B78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PUT   /documents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POST  /documents/reload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autoload at startup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in /ready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CAFC7-582A-4687-BB7B-9D66F193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90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6E282-FEA0-4420-BCC6-8F58F80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5A0D3-E69E-4FBE-B07D-BA5C1939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/health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/ready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/cache/stats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DELETE /cache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GET   /openapi.json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9FF63-4F5D-4557-8CCA-472C2C0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19E9F-7CDB-4A63-B4F2-F2BCB125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30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Pydantic validates every request. FastAPI generates interactive documentation at /docs and /redoc.</a:t>
            </a:r>
          </a:p>
        </p:txBody>
      </p:sp>
    </p:spTree>
    <p:extLst>
      <p:ext uri="{BB962C8B-B14F-4D97-AF65-F5344CB8AC3E}">
        <p14:creationId xmlns:p14="http://schemas.microsoft.com/office/powerpoint/2010/main" val="1072815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2BA8C-E458-49E7-A6FB-747C84C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F361F-0727-44C6-A6FD-EC92545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9C82B-0323-4E9B-97AB-41C6479F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605CE-E203-4D9A-B0C2-AE396418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10 requests / second / 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142AE-E3C3-4B27-87F3-34A96309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Sliding-window rate limiting returns HTTP 429 with Retry-After and remaining-limit headers.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9804D-183D-452D-B4DC-6E6E9103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1DFF7-E078-4064-B1E6-2F471965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Bounded TTL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FD471-72D5-4AA8-A846-A64FBA4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1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Cached NLP responses include HIT or MISS headers. Corpus reloads invalidate stale search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7C8B1-5A8C-4A90-BECC-B40760B4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Structured logs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8C1F-285A-4383-BF77-F39659B9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JSON request events include method, path, status, duration, client IP, and request 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3A6CC-0667-4696-AC3C-C711F208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Responsive 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D8441-2F2B-4344-9233-A122C963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Synchronous NLP work runs in a thread pool instead of blocking FastAPI's event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9BB0D-4160-474B-96AD-3CF4E867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Graceful diagnostics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A2D78-BE6B-4F39-B216-92E596D1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Readiness reports database failures while health checks keep the process observable.</a:t>
            </a:r>
          </a:p>
        </p:txBody>
      </p:sp>
    </p:spTree>
    <p:extLst>
      <p:ext uri="{BB962C8B-B14F-4D97-AF65-F5344CB8AC3E}">
        <p14:creationId xmlns:p14="http://schemas.microsoft.com/office/powerpoint/2010/main" val="467601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85625-3A59-4431-A60D-CD99D9E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and container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17754-D617-4A6C-B96F-B27F8D91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ADAC9-ABF2-412C-83B2-FB5109B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32652-C814-4AAB-BCFE-7715060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4CAD3-30C4-48A4-8ECB-07E2194A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ED732-B8EC-4ADB-A6C2-A6E0F8E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rets_property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6231-805D-4B95-B127-1357282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9EF0F-E717-481D-9465-E45788A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C578F-DAA8-47ED-B0AA-C7664106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Startup loader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A90BD-4E44-4265-8A25-186E3FEE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validated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D4485-0C32-417E-8018-1F9E677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A5BB0-6E56-4273-8604-3AADD4D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FDAF2-2F5E-4DFE-B5C7-F305B73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34FA4-F2AA-40BF-BE81-D6EB60E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search corpus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4EC04-3ADD-49AA-B54E-0FD81E4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40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042FA-3073-48BA-B9B6-4ABFE7F9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24000"/>
            <a:ext cx="2333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A978C-4E38-4E3C-B07A-211BD424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6859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8E879-C96D-4C5B-9F93-D10167D7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124075"/>
            <a:ext cx="2028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port 8000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55F6F-1882-4B03-BEF7-20BBC96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Runtime configuration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A0369-6F17-4FF2-B3D5-FBC5141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095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DB_HOST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DB_PORT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DB_USER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DB_PASSWORD</a:t>
            </a:r>
          </a:p>
          <a:p xmlns:a="http://schemas.openxmlformats.org/drawingml/2006/main">
            <a:pPr algn="l">
              <a:def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DB_NAME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4B0EC-60E1-446C-ADF9-EB66F3E0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Credentials stay outside source control. Docker reaches a host database through host.docker.internal.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32998C-B7BB-4329-A17B-9969876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Container safeguards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807B9-A120-4C4D-B0D9-105A93E3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Non-root UID 10001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Built-in health check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Pinned application dependencies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Optimized build context</a:t>
            </a:r>
          </a:p>
        </p:txBody>
      </p:sp>
    </p:spTree>
    <p:extLst>
      <p:ext uri="{BB962C8B-B14F-4D97-AF65-F5344CB8AC3E}">
        <p14:creationId xmlns:p14="http://schemas.microsoft.com/office/powerpoint/2010/main" val="236364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1485C-DA8D-40B2-B5BD-F043B405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 experience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DA1D2-64AE-4965-BFB3-29E9616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171C5-5A81-4958-9032-BA2AEA8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0FE6E-A0E5-4B85-B33D-AFA012E2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Streamlit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A8504-95B1-41A6-8A1A-50D0E15B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Natural-language query form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API readiness and database status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Parsed filter inspection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Listing metadata and relevance scores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Clear timeout and rate-limit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F514A-D0BC-4BA0-906E-FB74B060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6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051F1-354F-4E24-B50F-7232B638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3335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Recommended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1465E-C052-4071-B648-898E4599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F4B77-5383-4105-BF7B-3FDD8A94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Move cache and rate-limit state to Redis before adding multiple API workers.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76F43-9DBD-4F26-80AA-84DEE2C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FBF98-A2E2-4ACD-884D-DEE8F5E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Connect the existing FAISS semantic searcher to the database-loaded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16F17-FB84-458C-8777-6539BFE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71127-1284-4122-88B6-D13DAD6B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Add authenticated operations endpoints and scheduled database refreshes.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DE29B-822C-4B51-AAF8-4F017AB0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9755B-4E2F-4455-89AD-BFC12DF4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720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Expand integration tests around database failures and result quality.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A832A-0FF3-43A3-8362-9DA0BC8D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245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The project now supports an end-to-end demonstration: database to NLP API to interactive search.</a:t>
            </a:r>
          </a:p>
        </p:txBody>
      </p:sp>
    </p:spTree>
    <p:extLst>
      <p:ext uri="{BB962C8B-B14F-4D97-AF65-F5344CB8AC3E}">
        <p14:creationId xmlns:p14="http://schemas.microsoft.com/office/powerpoint/2010/main" val="77047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2026-09-11T09:00:39.0380000Z</dcterms:created>
  <dcterms:modified xsi:type="dcterms:W3CDTF">2026-09-11T09:00:39.0380000Z</dcterms:modified>
</coreProperties>
</file>